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58" r:id="rId5"/>
    <p:sldId id="275" r:id="rId6"/>
    <p:sldId id="271" r:id="rId7"/>
    <p:sldId id="261" r:id="rId8"/>
    <p:sldId id="262" r:id="rId9"/>
    <p:sldId id="268" r:id="rId10"/>
    <p:sldId id="269" r:id="rId11"/>
    <p:sldId id="270" r:id="rId12"/>
    <p:sldId id="276" r:id="rId13"/>
    <p:sldId id="272" r:id="rId14"/>
    <p:sldId id="273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355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84564"/>
            <a:ext cx="9144000" cy="5849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Quiz System Using Inline Functions</a:t>
            </a:r>
            <a:endParaRPr lang="en-IN" sz="3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6279388" y="4451367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00" dirty="0"/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9C739632-8E60-B117-5DCF-E07622D3D639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53" y="122392"/>
            <a:ext cx="8642293" cy="9295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21AEB2-B592-49E1-9E2E-71D931B9F573}"/>
              </a:ext>
            </a:extLst>
          </p:cNvPr>
          <p:cNvSpPr txBox="1"/>
          <p:nvPr/>
        </p:nvSpPr>
        <p:spPr>
          <a:xfrm>
            <a:off x="5648177" y="3389174"/>
            <a:ext cx="30912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K.Pavithra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(192472155)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V.Pallavi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(192372113)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A.Satya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Manoj(192425370)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K.Niveditha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(192372275)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8CF80-92CD-95B2-53C6-989CF881CA5B}"/>
              </a:ext>
            </a:extLst>
          </p:cNvPr>
          <p:cNvSpPr txBox="1"/>
          <p:nvPr/>
        </p:nvSpPr>
        <p:spPr>
          <a:xfrm>
            <a:off x="250853" y="3585212"/>
            <a:ext cx="22685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JEGADEESH 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Professional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Coimbatore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B2DF23-BDA8-7523-805F-330FB7624849}"/>
              </a:ext>
            </a:extLst>
          </p:cNvPr>
          <p:cNvSpPr txBox="1"/>
          <p:nvPr/>
        </p:nvSpPr>
        <p:spPr>
          <a:xfrm>
            <a:off x="-250854" y="23001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DSA0105-OBJECT ORIENTED PROGRAMMING WITH C++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5F6D4C1E-2AF1-F54F-FD23-598A236808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8092"/>
            <a:ext cx="1171968" cy="941514"/>
          </a:xfrm>
          <a:prstGeom prst="rect">
            <a:avLst/>
          </a:prstGeom>
        </p:spPr>
      </p:pic>
      <p:pic>
        <p:nvPicPr>
          <p:cNvPr id="6" name="Picture 5" descr="Exam Seating Portal">
            <a:extLst>
              <a:ext uri="{FF2B5EF4-FFF2-40B4-BE49-F238E27FC236}">
                <a16:creationId xmlns:a16="http://schemas.microsoft.com/office/drawing/2014/main" id="{79A2C6FD-8F15-7694-D68C-BA9389364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pic>
        <p:nvPicPr>
          <p:cNvPr id="7" name="Picture 6" descr="Saveetha Institute of Medical and Technical Sciences ...">
            <a:extLst>
              <a:ext uri="{FF2B5EF4-FFF2-40B4-BE49-F238E27FC236}">
                <a16:creationId xmlns:a16="http://schemas.microsoft.com/office/drawing/2014/main" id="{7CB98E3C-25D7-4055-5B47-361BAF96AE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7ACC97-8385-E3A4-2585-194791EB00D3}"/>
              </a:ext>
            </a:extLst>
          </p:cNvPr>
          <p:cNvSpPr txBox="1"/>
          <p:nvPr/>
        </p:nvSpPr>
        <p:spPr>
          <a:xfrm>
            <a:off x="224058" y="1353494"/>
            <a:ext cx="8745023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contains multiple difficulty levels, such as Beginner, Intermediate, and Advanced.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answer multiple-choice questions, and the system calculates the score automatically.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 functions are used for simple operations like score calculation and result display.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 functions reduce function call overhead and improve execution speed.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compares the performance of inline functions with conventional function-based implementation.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877350-DEB2-1D07-F15A-A776770F6D2B}"/>
              </a:ext>
            </a:extLst>
          </p:cNvPr>
          <p:cNvSpPr txBox="1"/>
          <p:nvPr/>
        </p:nvSpPr>
        <p:spPr>
          <a:xfrm>
            <a:off x="3130760" y="209914"/>
            <a:ext cx="2595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aveetha Institute of Medical and Technical Sciences ...">
            <a:extLst>
              <a:ext uri="{FF2B5EF4-FFF2-40B4-BE49-F238E27FC236}">
                <a16:creationId xmlns:a16="http://schemas.microsoft.com/office/drawing/2014/main" id="{9AE7E525-5649-9053-75A5-7654493766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5FD69F1A-4618-59A8-9B70-1864A5DC4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3632A7-6408-CEF8-14F2-5F5370058119}"/>
              </a:ext>
            </a:extLst>
          </p:cNvPr>
          <p:cNvSpPr txBox="1"/>
          <p:nvPr/>
        </p:nvSpPr>
        <p:spPr>
          <a:xfrm>
            <a:off x="0" y="132891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79317F-D572-5E2A-8277-92E29D8F8035}"/>
              </a:ext>
            </a:extLst>
          </p:cNvPr>
          <p:cNvSpPr txBox="1"/>
          <p:nvPr/>
        </p:nvSpPr>
        <p:spPr>
          <a:xfrm>
            <a:off x="883920" y="1146800"/>
            <a:ext cx="7874000" cy="3331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quiz systems use conventional function calls for every operation.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function calls increase processing time due to function call overhead.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execute simple tasks less efficiently.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execution can reduce the responsiveness of the quiz application.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do not optimize score calculation and result generation. </a:t>
            </a:r>
          </a:p>
          <a:p>
            <a:pPr marL="342900" lvl="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optimization affects overall system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92912ACB-4335-3D34-0859-15209CAE1D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7" name="Picture 6" descr="Exam Seating Portal">
            <a:extLst>
              <a:ext uri="{FF2B5EF4-FFF2-40B4-BE49-F238E27FC236}">
                <a16:creationId xmlns:a16="http://schemas.microsoft.com/office/drawing/2014/main" id="{57FCDB57-22BA-CB99-FD3E-265852EB8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BF1452-FC18-F274-FE54-373C51A42205}"/>
              </a:ext>
            </a:extLst>
          </p:cNvPr>
          <p:cNvSpPr txBox="1"/>
          <p:nvPr/>
        </p:nvSpPr>
        <p:spPr>
          <a:xfrm>
            <a:off x="-170922" y="149708"/>
            <a:ext cx="8979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F903FF-0F76-55C3-BDC3-1FD46AB868F2}"/>
              </a:ext>
            </a:extLst>
          </p:cNvPr>
          <p:cNvSpPr txBox="1"/>
          <p:nvPr/>
        </p:nvSpPr>
        <p:spPr>
          <a:xfrm>
            <a:off x="924323" y="822636"/>
            <a:ext cx="7884160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interactive quiz system with multiple difficulty levels.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users' knowledge through automated assessment.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inline functions for score calculation and result generation.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execution performance of inline functions with normal functions.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processing time and improve the efficiency of the quiz application.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instant feedback and final scores to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aveetha Institute of Medical and Technical Sciences ...">
            <a:extLst>
              <a:ext uri="{FF2B5EF4-FFF2-40B4-BE49-F238E27FC236}">
                <a16:creationId xmlns:a16="http://schemas.microsoft.com/office/drawing/2014/main" id="{A405412B-C899-8460-ABC7-136F847216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D7EE3BD5-6242-E294-2679-BF1E4F175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786458-7F9F-BBEB-435A-7BC6A4F331C2}"/>
              </a:ext>
            </a:extLst>
          </p:cNvPr>
          <p:cNvSpPr txBox="1"/>
          <p:nvPr/>
        </p:nvSpPr>
        <p:spPr>
          <a:xfrm>
            <a:off x="1968079" y="219717"/>
            <a:ext cx="4480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DAD3C5-575C-FE3F-1365-693DD30DB40C}"/>
              </a:ext>
            </a:extLst>
          </p:cNvPr>
          <p:cNvSpPr txBox="1"/>
          <p:nvPr/>
        </p:nvSpPr>
        <p:spPr>
          <a:xfrm>
            <a:off x="668280" y="1265626"/>
            <a:ext cx="8318273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interface to conduct interactive quizzes.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inline functions in C++ to check answers and calculate scores.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multiple-choice questions with options for users to select.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instant feedback for correct and incorrect answers.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final score and performance at the end of the quiz.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276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xam Seating Portal">
            <a:extLst>
              <a:ext uri="{FF2B5EF4-FFF2-40B4-BE49-F238E27FC236}">
                <a16:creationId xmlns:a16="http://schemas.microsoft.com/office/drawing/2014/main" id="{8E4ABBBE-0473-8FEF-B64C-3EE1B5858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FF46E6A3-2790-D965-3268-EEDF362584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2820BF-9169-6E5D-CBD2-9C4723B5BDD5}"/>
              </a:ext>
            </a:extLst>
          </p:cNvPr>
          <p:cNvSpPr txBox="1"/>
          <p:nvPr/>
        </p:nvSpPr>
        <p:spPr>
          <a:xfrm>
            <a:off x="0" y="278605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5FAF70-E30B-98DD-1223-ED624DC66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81" y="1055440"/>
            <a:ext cx="7853680" cy="393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38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259A8086-5EBD-A33D-0B9C-DD118EAF1A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6" name="Picture 5" descr="Exam Seating Portal">
            <a:extLst>
              <a:ext uri="{FF2B5EF4-FFF2-40B4-BE49-F238E27FC236}">
                <a16:creationId xmlns:a16="http://schemas.microsoft.com/office/drawing/2014/main" id="{6C67909F-E11F-08A3-8F59-57E952FAA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5CF021-E1D6-A59C-59EE-77F8F24B7FFF}"/>
              </a:ext>
            </a:extLst>
          </p:cNvPr>
          <p:cNvSpPr txBox="1"/>
          <p:nvPr/>
        </p:nvSpPr>
        <p:spPr>
          <a:xfrm>
            <a:off x="0" y="286091"/>
            <a:ext cx="7884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9150C-4441-D32F-A9A7-49446F414B60}"/>
              </a:ext>
            </a:extLst>
          </p:cNvPr>
          <p:cNvSpPr txBox="1"/>
          <p:nvPr/>
        </p:nvSpPr>
        <p:spPr>
          <a:xfrm>
            <a:off x="1442720" y="1281888"/>
            <a:ext cx="6441440" cy="305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>
              <a:lnSpc>
                <a:spcPct val="250000"/>
              </a:lnSpc>
              <a:buNone/>
            </a:pP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MOULE-1 Question Bank Management Module</a:t>
            </a:r>
          </a:p>
          <a:p>
            <a:pPr rtl="0" fontAlgn="ctr">
              <a:lnSpc>
                <a:spcPct val="250000"/>
              </a:lnSpc>
              <a:buNone/>
            </a:pP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MODULE-2 Quiz Execution Module</a:t>
            </a:r>
          </a:p>
          <a:p>
            <a:pPr rtl="0" fontAlgn="ctr">
              <a:lnSpc>
                <a:spcPct val="250000"/>
              </a:lnSpc>
              <a:buNone/>
            </a:pP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MODULE-3 Scoring &amp; Evaluation Module</a:t>
            </a:r>
          </a:p>
          <a:p>
            <a:pPr rtl="0" fontAlgn="ctr">
              <a:lnSpc>
                <a:spcPct val="250000"/>
              </a:lnSpc>
              <a:buNone/>
            </a:pPr>
            <a:r>
              <a:rPr lang="en-IN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MODULE-4 Report Generation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aveetha Institute of Medical and Technical Sciences ...">
            <a:extLst>
              <a:ext uri="{FF2B5EF4-FFF2-40B4-BE49-F238E27FC236}">
                <a16:creationId xmlns:a16="http://schemas.microsoft.com/office/drawing/2014/main" id="{041E5005-F359-F07D-7A66-13A25109CD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DE91C5BF-3E8A-2388-95E6-C88CBAE3A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833311-1762-9EA2-EBD5-72EF2CC29E24}"/>
              </a:ext>
            </a:extLst>
          </p:cNvPr>
          <p:cNvSpPr txBox="1"/>
          <p:nvPr/>
        </p:nvSpPr>
        <p:spPr>
          <a:xfrm>
            <a:off x="419412" y="1472789"/>
            <a:ext cx="4729363" cy="339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manages all quiz questions and organizes them according to difficulty levels. It acts as the foundation of the quiz system by maintaining the question database.</a:t>
            </a: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quiz questions in the system.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questions into Beginner, Intermediate, and Advanced levels.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adding, editing, and deleting questions. </a:t>
            </a:r>
          </a:p>
          <a:p>
            <a:pPr lvl="0">
              <a:lnSpc>
                <a:spcPct val="150000"/>
              </a:lnSpc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38D65A-117A-F2E3-D7C7-415E8B571DF7}"/>
              </a:ext>
            </a:extLst>
          </p:cNvPr>
          <p:cNvSpPr txBox="1"/>
          <p:nvPr/>
        </p:nvSpPr>
        <p:spPr>
          <a:xfrm>
            <a:off x="82297" y="334195"/>
            <a:ext cx="90617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MODULE-1</a:t>
            </a: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Bank Management Module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E532F5-499B-28AB-6221-27672B5261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180" y="1622497"/>
            <a:ext cx="3929523" cy="30479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3ACD9D-21FC-1216-D7A5-5EE2309164E7}"/>
              </a:ext>
            </a:extLst>
          </p:cNvPr>
          <p:cNvSpPr txBox="1"/>
          <p:nvPr/>
        </p:nvSpPr>
        <p:spPr>
          <a:xfrm>
            <a:off x="337691" y="1598884"/>
            <a:ext cx="4142870" cy="3167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</a:p>
          <a:p>
            <a:pPr>
              <a:lnSpc>
                <a:spcPct val="150000"/>
              </a:lnSpc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conducts the quiz by presenting questions to the user and collecting responses in an interactive manner.</a:t>
            </a:r>
          </a:p>
          <a:p>
            <a:pPr>
              <a:lnSpc>
                <a:spcPct val="150000"/>
              </a:lnSpc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one question at a time.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the user's answer.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answer with the correct answer.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to the next question automatically.</a:t>
            </a:r>
          </a:p>
        </p:txBody>
      </p:sp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5FB3CFCC-48A3-F5E1-4A1C-5908BDFDC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7" name="Picture 6" descr="Exam Seating Portal">
            <a:extLst>
              <a:ext uri="{FF2B5EF4-FFF2-40B4-BE49-F238E27FC236}">
                <a16:creationId xmlns:a16="http://schemas.microsoft.com/office/drawing/2014/main" id="{F00E35FA-4D8E-32AA-CE00-3C9CE85C2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F92200-0690-69FE-559A-FDB126090BC5}"/>
              </a:ext>
            </a:extLst>
          </p:cNvPr>
          <p:cNvSpPr txBox="1"/>
          <p:nvPr/>
        </p:nvSpPr>
        <p:spPr>
          <a:xfrm>
            <a:off x="-81280" y="377531"/>
            <a:ext cx="9225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</a:t>
            </a:r>
          </a:p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Quiz Execution Module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87ABE5-0911-36B2-767F-F9E1101BC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2" y="1906172"/>
            <a:ext cx="4445390" cy="277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41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2E904A17-B860-FD8D-10BC-6AA940C6B1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7" name="Picture 6" descr="Exam Seating Portal">
            <a:extLst>
              <a:ext uri="{FF2B5EF4-FFF2-40B4-BE49-F238E27FC236}">
                <a16:creationId xmlns:a16="http://schemas.microsoft.com/office/drawing/2014/main" id="{35E672B5-B793-AE11-01C2-F0DFA5FF5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9F0C5C-8796-8ECA-92DA-061D7D0EC920}"/>
              </a:ext>
            </a:extLst>
          </p:cNvPr>
          <p:cNvSpPr txBox="1"/>
          <p:nvPr/>
        </p:nvSpPr>
        <p:spPr>
          <a:xfrm>
            <a:off x="86359" y="209147"/>
            <a:ext cx="9225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MODULE-3</a:t>
            </a:r>
          </a:p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Scoring &amp; Evaluation Module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36ED76-4744-82D0-50EA-37B588C85518}"/>
              </a:ext>
            </a:extLst>
          </p:cNvPr>
          <p:cNvSpPr txBox="1"/>
          <p:nvPr/>
        </p:nvSpPr>
        <p:spPr>
          <a:xfrm>
            <a:off x="404054" y="1536048"/>
            <a:ext cx="4364893" cy="32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evaluates the user's performance by calculating scores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quiz results using inline functions.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marks for correct answers.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inline functions for faster score computation.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correct and incorrect responses.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final score and percentage.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performance level and pass/fail result.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6411B4-4CFA-AF12-4F6A-B38944D0E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633" y="1759284"/>
            <a:ext cx="4171070" cy="30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79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xam Seating Portal">
            <a:extLst>
              <a:ext uri="{FF2B5EF4-FFF2-40B4-BE49-F238E27FC236}">
                <a16:creationId xmlns:a16="http://schemas.microsoft.com/office/drawing/2014/main" id="{A35FB693-F72D-318D-C390-5FED9C419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52F006C6-DADD-BF94-7DDC-A364C6740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962852-160B-388C-FAC1-EB8473C98C94}"/>
              </a:ext>
            </a:extLst>
          </p:cNvPr>
          <p:cNvSpPr txBox="1"/>
          <p:nvPr/>
        </p:nvSpPr>
        <p:spPr>
          <a:xfrm>
            <a:off x="78937" y="249525"/>
            <a:ext cx="9225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MODULE-4</a:t>
            </a:r>
          </a:p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Module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D5FCAF-FCFE-C496-0E0A-71992D455D48}"/>
              </a:ext>
            </a:extLst>
          </p:cNvPr>
          <p:cNvSpPr txBox="1"/>
          <p:nvPr/>
        </p:nvSpPr>
        <p:spPr>
          <a:xfrm>
            <a:off x="213360" y="1453157"/>
            <a:ext cx="4239065" cy="351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generates the final assessment report and provides detailed feedback about the user's performance.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the final quiz report.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total score and percentage.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correct and incorrect answer counts.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the final assessment summary to the user.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92089F-53AD-5C37-AA72-1D306C9D1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305" y="1276148"/>
            <a:ext cx="2155816" cy="3690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235D5E-0E41-F0C7-A20A-15858E6AC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9099" y="1276148"/>
            <a:ext cx="2241541" cy="369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81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aveetha Institute of Medical and Technical Sciences ...">
            <a:extLst>
              <a:ext uri="{FF2B5EF4-FFF2-40B4-BE49-F238E27FC236}">
                <a16:creationId xmlns:a16="http://schemas.microsoft.com/office/drawing/2014/main" id="{4A58A0B8-4121-BF5D-704B-02B27B019E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15E378A2-47C9-85F5-0186-790697154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4B280C-62F2-44E0-32E3-C081E9B1B231}"/>
              </a:ext>
            </a:extLst>
          </p:cNvPr>
          <p:cNvSpPr txBox="1"/>
          <p:nvPr/>
        </p:nvSpPr>
        <p:spPr>
          <a:xfrm>
            <a:off x="2579698" y="233952"/>
            <a:ext cx="32428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6BCC91-AD13-97B4-1154-A2EA0202A094}"/>
              </a:ext>
            </a:extLst>
          </p:cNvPr>
          <p:cNvSpPr txBox="1"/>
          <p:nvPr/>
        </p:nvSpPr>
        <p:spPr>
          <a:xfrm>
            <a:off x="394688" y="1544146"/>
            <a:ext cx="8584401" cy="25355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Execution: Inline functions can reduce function-call overhead for small operations.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Feedback: Provides immediate results for selected answers.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Scoring: Calculates scores accurately and quickly.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Use: Offers a simple and interactive quiz interface.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Learning: Helps students test their knowledge and improve their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283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xam Seating Portal">
            <a:extLst>
              <a:ext uri="{FF2B5EF4-FFF2-40B4-BE49-F238E27FC236}">
                <a16:creationId xmlns:a16="http://schemas.microsoft.com/office/drawing/2014/main" id="{91E3209B-940D-852D-C4FA-E6D937241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pic>
        <p:nvPicPr>
          <p:cNvPr id="5" name="Picture 4" descr="Saveetha Institute of Medical and Technical Sciences ...">
            <a:extLst>
              <a:ext uri="{FF2B5EF4-FFF2-40B4-BE49-F238E27FC236}">
                <a16:creationId xmlns:a16="http://schemas.microsoft.com/office/drawing/2014/main" id="{EA66A097-95DB-8E29-3498-FD5E46294A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94" r="26692"/>
          <a:stretch>
            <a:fillRect/>
          </a:stretch>
        </p:blipFill>
        <p:spPr>
          <a:xfrm>
            <a:off x="82297" y="0"/>
            <a:ext cx="1171968" cy="9415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4983B4-1AE5-C8D3-9C92-3E2137A93222}"/>
              </a:ext>
            </a:extLst>
          </p:cNvPr>
          <p:cNvSpPr txBox="1"/>
          <p:nvPr/>
        </p:nvSpPr>
        <p:spPr>
          <a:xfrm>
            <a:off x="86359" y="209147"/>
            <a:ext cx="9225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6C7AD-BDB1-340F-4F01-2F1A3A86164F}"/>
              </a:ext>
            </a:extLst>
          </p:cNvPr>
          <p:cNvSpPr txBox="1"/>
          <p:nvPr/>
        </p:nvSpPr>
        <p:spPr>
          <a:xfrm>
            <a:off x="487680" y="1150578"/>
            <a:ext cx="8219440" cy="35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inline functions to improve execution speed. 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function call overhead compared to conventional functions. 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automatic score calculation and instant result generation. 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multiple quiz levels for better knowledge assessment. 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overall system performance and processing efficiency.</a:t>
            </a:r>
          </a:p>
        </p:txBody>
      </p:sp>
    </p:spTree>
    <p:extLst>
      <p:ext uri="{BB962C8B-B14F-4D97-AF65-F5344CB8AC3E}">
        <p14:creationId xmlns:p14="http://schemas.microsoft.com/office/powerpoint/2010/main" val="3079938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aveetha Institute of Medical and Technical Sciences ...">
            <a:extLst>
              <a:ext uri="{FF2B5EF4-FFF2-40B4-BE49-F238E27FC236}">
                <a16:creationId xmlns:a16="http://schemas.microsoft.com/office/drawing/2014/main" id="{30F3B3D1-D80A-461E-2A40-9036441EE2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94" r="26692"/>
          <a:stretch>
            <a:fillRect/>
          </a:stretch>
        </p:blipFill>
        <p:spPr>
          <a:xfrm>
            <a:off x="0" y="0"/>
            <a:ext cx="1171968" cy="941514"/>
          </a:xfrm>
          <a:prstGeom prst="rect">
            <a:avLst/>
          </a:prstGeom>
        </p:spPr>
      </p:pic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C13671E5-C445-DB65-DC0B-85BDBA350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032" y="149708"/>
            <a:ext cx="1055671" cy="627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0CFB0C-154B-8582-BFDB-78825E2536DE}"/>
              </a:ext>
            </a:extLst>
          </p:cNvPr>
          <p:cNvSpPr txBox="1"/>
          <p:nvPr/>
        </p:nvSpPr>
        <p:spPr>
          <a:xfrm>
            <a:off x="86359" y="209147"/>
            <a:ext cx="9225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REFERENECES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712E56-6596-4264-77E3-32952A3BB8D3}"/>
              </a:ext>
            </a:extLst>
          </p:cNvPr>
          <p:cNvSpPr txBox="1"/>
          <p:nvPr/>
        </p:nvSpPr>
        <p:spPr>
          <a:xfrm>
            <a:off x="170178" y="1143082"/>
            <a:ext cx="9057641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Khan, M. S., Ahmad, A.,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Humayoun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(2022). Building an Effective Automated Assessment System for C/C++ Introductory Programming Courses in ODL Environment.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Alonso-Fernandez, F.,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Bigun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(2022). Continuous Examination by Automatic Quiz Assessment Using Spiral Codes and Image Processing.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Raina, V., &amp; Gales, M. (2022). Multiple-Choice Question Generation: Towards an Automated Assessment Framework.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Goodfellow, M., Booth, R., Fagan, A., &amp; Lambert, A. (2025).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AutoMCQ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Automatically Generate Code Comprehension Questions Using GenAI.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02251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for a great year – Work Over Easy">
            <a:extLst>
              <a:ext uri="{FF2B5EF4-FFF2-40B4-BE49-F238E27FC236}">
                <a16:creationId xmlns:a16="http://schemas.microsoft.com/office/drawing/2014/main" id="{5046558A-F3B4-835C-E142-9F611B556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14" y="643316"/>
            <a:ext cx="5135171" cy="3859903"/>
          </a:xfrm>
          <a:prstGeom prst="rect">
            <a:avLst/>
          </a:prstGeom>
        </p:spPr>
      </p:pic>
      <p:pic>
        <p:nvPicPr>
          <p:cNvPr id="3" name="Picture 2" descr="Thank you for a great year – Work Over Easy">
            <a:extLst>
              <a:ext uri="{FF2B5EF4-FFF2-40B4-BE49-F238E27FC236}">
                <a16:creationId xmlns:a16="http://schemas.microsoft.com/office/drawing/2014/main" id="{25B28815-E8CA-E02E-15C2-BC8424688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14" y="643316"/>
            <a:ext cx="5135171" cy="3859903"/>
          </a:xfrm>
          <a:prstGeom prst="rect">
            <a:avLst/>
          </a:prstGeom>
        </p:spPr>
      </p:pic>
      <p:pic>
        <p:nvPicPr>
          <p:cNvPr id="4" name="Picture 3" descr="Thank you for a great year – Work Over Easy">
            <a:extLst>
              <a:ext uri="{FF2B5EF4-FFF2-40B4-BE49-F238E27FC236}">
                <a16:creationId xmlns:a16="http://schemas.microsoft.com/office/drawing/2014/main" id="{741711F7-A9DC-C552-3955-7DE38D008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01" y="169934"/>
            <a:ext cx="8779858" cy="4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78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799</Words>
  <Application>Microsoft Office PowerPoint</Application>
  <PresentationFormat>On-screen Show (16:9)</PresentationFormat>
  <Paragraphs>103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Compiler Checks Whether Parentheses In A Program Are Balanced During Syntax Analysis. Identify The</dc:title>
  <dc:subject>A Compiler Checks Whether Parentheses In A Program Are Balanced During Syntax Analysis. Identify The</dc:subject>
  <dc:creator>SlideMake.com</dc:creator>
  <cp:lastModifiedBy>Pavithra Kurla</cp:lastModifiedBy>
  <cp:revision>10</cp:revision>
  <dcterms:created xsi:type="dcterms:W3CDTF">2026-07-20T07:56:39Z</dcterms:created>
  <dcterms:modified xsi:type="dcterms:W3CDTF">2026-10-23T03:17:11Z</dcterms:modified>
</cp:coreProperties>
</file>